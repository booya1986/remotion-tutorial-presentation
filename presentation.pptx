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FROM CODE TO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600" b="1">
                <a:solidFill>
                  <a:srgbClr val="DCDAD5"/>
                </a:solidFill>
                <a:latin typeface="Heebo"/>
              </a:rPr>
              <a:t>מהפכת יצירת הווידאו עם Remotion ו-Claude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אנימציה. גרפיקה. סאונד. קריינות.</a:t>
            </a:r>
          </a:p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הכל נבנה בקוד.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8074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960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MyVideo.tsx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34440"/>
            <a:ext cx="43891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import { Composition } from 'remotion'
import { useCurrentFrame } from 'remotion'
import { interpolate } from 'remotion'
export const MyVideo = () =&gt; {
  const frame = useCurrentFrame()
  const opacity = interpolate(
    frame, [0, 30], [0, 1]
  )
  return &lt;AbsoluteFill style={{opacity}} /&gt;
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60720" y="2926080"/>
            <a:ext cx="731520" cy="5486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6656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0372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5975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1578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039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5303520"/>
            <a:ext cx="4206240" cy="13716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80" y="5257800"/>
            <a:ext cx="73152" cy="22860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Heeb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DCDAD5"/>
                </a:solidFill>
                <a:latin typeface="Heebo"/>
              </a:rPr>
              <a:t>לערוך וידאו זה... קשה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22C55E"/>
                </a:solidFill>
                <a:latin typeface="Heebo"/>
              </a:rPr>
              <a:t>טיימליין. ליירים. אפקטים. אינסוף קליקים.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34747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>
                <a:solidFill>
                  <a:srgbClr val="A09D96"/>
                </a:solidFill>
                <a:latin typeface="Heebo"/>
              </a:rPr>
              <a:t>עריכת וידאו קלאסית היא ידנית. חוזרת על עצמה. ולא סקיילבילית.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VIDEO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146304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37460" y="1463040"/>
            <a:ext cx="135788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95928" y="146304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02352" y="14630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0116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AUDIO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1965960"/>
            <a:ext cx="5029200" cy="411480"/>
          </a:xfrm>
          <a:prstGeom prst="roundRect">
            <a:avLst>
              <a:gd name="adj" fmla="val 15000"/>
            </a:avLst>
          </a:prstGeom>
          <a:solidFill>
            <a:srgbClr val="22C55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83080" y="246888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90672" y="2468880"/>
            <a:ext cx="704088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47388" y="246888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01752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FX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32204" y="2971800"/>
            <a:ext cx="553212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89504" y="2971800"/>
            <a:ext cx="452628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95344" y="297180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50892" y="2971800"/>
            <a:ext cx="502920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5204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MUSIC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0160" y="3474720"/>
            <a:ext cx="2112264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43884" y="347472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0233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B-ROLL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31620" y="3977640"/>
            <a:ext cx="804672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89504" y="39776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47388" y="397764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40380" y="1371600"/>
            <a:ext cx="18288" cy="3200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מה זה Remotion?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22C55E"/>
                </a:solidFill>
                <a:latin typeface="Heebo"/>
              </a:rPr>
              <a:t>בונים וידאו עם React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1168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Remotion מאפשר לבנות וידאו באמצעות קוד. קומפוננטות. אנימציות. דינמיות מלאה.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743200"/>
            <a:ext cx="6400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6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788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MyComp.tsx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6035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C5C1B9"/>
                </a:solidFill>
                <a:latin typeface="Consolas"/>
              </a:rPr>
              <a:t>import { AbsoluteFill, useCurrentFrame,
         interpolate } from 'remotion'
export const MyComp = () =&gt; {
  const frame = useCurrentFrame()
  return (&lt;AbsoluteFill style={{
    background: '#0d1117' }}&gt;
    &lt;div style={{ transform:
      `translateX(${frame*3}px)` }} /&gt;
    &lt;h1 style={{ opacity:
      interpolate(frame,[0,30],[0,1])
    }}&gt;Hello, Remotion&lt;/h1&gt;
    &lt;div style={{ transform:
      `scale(...)` }} /&gt;
  &lt;/AbsoluteFill&gt;)
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743200"/>
            <a:ext cx="4389120" cy="384048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52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08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64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Preview · frame 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3474720"/>
            <a:ext cx="109728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4389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1">
                <a:solidFill>
                  <a:srgbClr val="FFFFFF"/>
                </a:solidFill>
                <a:latin typeface="Heebo"/>
              </a:rPr>
              <a:t>Hello, Remotion</a:t>
            </a:r>
          </a:p>
        </p:txBody>
      </p:sp>
      <p:sp>
        <p:nvSpPr>
          <p:cNvPr id="19" name="Oval 18"/>
          <p:cNvSpPr/>
          <p:nvPr/>
        </p:nvSpPr>
        <p:spPr>
          <a:xfrm>
            <a:off x="8961120" y="5212080"/>
            <a:ext cx="1097280" cy="10972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אפשר לבנות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DCDAD5"/>
                </a:solidFill>
                <a:latin typeface="Heebo"/>
              </a:rPr>
              <a:t>לא רק אנימציה. Remotion היא מערכת לייצור וידאו.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04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948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SHORTS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8688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88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▁▃▅▇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הדמיות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נתונים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3572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3572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716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Promotion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600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הוספת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כתוביות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340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3340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○○○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484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אינטראקציות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בממשק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>
                <a:solidFill>
                  <a:srgbClr val="A09D96"/>
                </a:solidFill>
                <a:latin typeface="Heebo"/>
              </a:rPr>
              <a:t>וידאו שמבוסס על דאטה, פרומפט או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למה עכשיו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כי בינה מלאכותית כותבת קוד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88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88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76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תאר מה אתה רוצה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3260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3552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552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AI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840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Claude Code מנתח ומתכנן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6724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7016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קומפוננטות React + Remotion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0188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480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480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VIDEO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MP4 מוכן לפרסום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כל הצינור הזה רץ אוטומטית — אתה רק מתאר את הוידאו שאתה רוצה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סוכן AI שכותב, מריץ ומרנדר קוד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640080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210312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0392" y="210312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6424" y="210312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claude — 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3504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$ claude "Create a Remotion video with
  animated title and sound effects"
&gt; Creating project structure...
&gt; Writing Root.tsx...
&gt; Adding Composition with spring animation
&gt; Configuring audio track
&gt; Rendering video at 1920x1080, 30fps
✔ Video rendered: output/video.mp4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011680"/>
            <a:ext cx="438912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1">
                <a:solidFill>
                  <a:srgbClr val="666666"/>
                </a:solidFill>
                <a:latin typeface="Consolas"/>
              </a:rPr>
              <a:t>PROJECT FILES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281635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Root.tsx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entry point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0" y="36393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3520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Composition.tsx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animated title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0" y="446227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AudioTrack.tsx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4617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sound effects</a:t>
            </a:r>
          </a:p>
        </p:txBody>
      </p:sp>
      <p:sp>
        <p:nvSpPr>
          <p:cNvPr id="21" name="Oval 20"/>
          <p:cNvSpPr/>
          <p:nvPr/>
        </p:nvSpPr>
        <p:spPr>
          <a:xfrm>
            <a:off x="7680960" y="528523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package.json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5440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חבילות יכולות מובנות לסוכן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C5C1B9"/>
                </a:solidFill>
                <a:latin typeface="Consolas"/>
              </a:rPr>
              <a:t>Installing remotion-skill...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Consolas"/>
              </a:rPr>
              <a:t>100%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1546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22C55E"/>
                </a:solidFill>
                <a:latin typeface="Consolas"/>
              </a:rPr>
              <a:t>✔ Loaded 847 tools · ✔ Ready to render videos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52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76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Animation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324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0">
                <a:solidFill>
                  <a:srgbClr val="A09D96"/>
                </a:solidFill>
                <a:latin typeface="Consolas"/>
              </a:rPr>
              <a:t>remotion-dev/skills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3035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Skill = מאות כלים שמאפשרים לסוכן לעבוד עם Remotion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איך זה הולך לעבוד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מה תדעו לעשות עד סוף הסרטון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84567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9847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התקנת Remotion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84567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2788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יצירת פרויקט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84567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בניית אנימציה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4567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847" y="41605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הוספת סאונד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84567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רינדור ויצוא MP4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>
                <a:solidFill>
                  <a:srgbClr val="22C55E"/>
                </a:solidFill>
                <a:latin typeface="Heebo"/>
              </a:rPr>
              <a:t>לא תיאוריה. בנייה אמיתית.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>
                <a:solidFill>
                  <a:srgbClr val="22C55E"/>
                </a:solidFill>
                <a:latin typeface="Heebo"/>
              </a:rPr>
              <a:t>LIVE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Remotion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600" b="0">
                <a:solidFill>
                  <a:srgbClr val="A09D96"/>
                </a:solidFill>
                <a:latin typeface="Heebo"/>
              </a:rPr>
              <a:t>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1148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עכשיו בונים את זה ביחד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A09D96"/>
                </a:solidFill>
                <a:latin typeface="Heebo"/>
              </a:rPr>
              <a:t>מפתחים את הסרטון הראשון שלכם — מפרומפט עד MP4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69280" y="5577840"/>
            <a:ext cx="731520" cy="731520"/>
          </a:xfrm>
          <a:prstGeom prst="down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